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N2 was added two weeks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weekly averages over twelve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Night Bus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Findings from the winter 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What we tried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Three new night routes</a:t>
            </a:r>
          </a:p>
          <a:p>
            <a:pPr lvl="1"/>
            <a:r>
              <a:t>N1 harbour to airport</a:t>
            </a:r>
          </a:p>
          <a:p>
            <a:pPr lvl="1"/>
            <a:r>
              <a:t>N2 university loop</a:t>
            </a:r>
          </a:p>
          <a:p>
            <a:pPr/>
            <a:r>
              <a:t>Hourly frequency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Ridership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828800"/>
            <a:ext cx="12344400" cy="914400"/>
            <a:chOff x="457200" y="1828800"/>
            <a:chExt cx="123444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457200" y="1828800"/>
              <a:ext cx="8229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000"/>
                <a:t>N1: 1,240 riders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1828800"/>
              <a:ext cx="8229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000"/>
                <a:t>N2: 860 riders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Both routes beat the 500-rider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 Bus Review</dc:title>
  <dc:subject/>
  <dc:creator>Transit Desk</dc:creator>
  <cp:keywords/>
  <dc:description>generated using python-pptx</dc:description>
  <cp:lastModifiedBy>Transit Desk</cp:lastModifiedBy>
  <cp:revision>1</cp:revision>
  <dcterms:created xsi:type="dcterms:W3CDTF">2026-01-01T00:00:00Z</dcterms:created>
  <dcterms:modified xsi:type="dcterms:W3CDTF">2026-01-01T00:00:00Z</dcterms:modified>
  <cp:category/>
</cp:coreProperties>
</file>