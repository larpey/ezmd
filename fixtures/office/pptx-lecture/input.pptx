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Species counted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Animals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show of hands: who has visited a pond this year?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 pond had more visits because it is near the car 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 this slide if asked about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Pond Ecology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introductory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ponds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Habitat for many species</a:t>
            </a:r>
          </a:p>
          <a:p>
            <a:pPr lvl="1"/>
            <a:r>
              <a:t>Amphibians</a:t>
            </a:r>
          </a:p>
          <a:p>
            <a:pPr lvl="2"/>
            <a:r>
              <a:t>Great crested newt</a:t>
            </a:r>
          </a:p>
          <a:p>
            <a:pPr lvl="1"/>
            <a:r>
              <a:t>Insects</a:t>
            </a:r>
          </a:p>
          <a:p>
            <a:pPr/>
            <a:r>
              <a:t>Store carbon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 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South 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Species by season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Backup: methods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Quadrats were placed every five metres along the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Pond Ecology 101</dc:title>
  <dc:subject/>
  <dc:creator>Field Team</dc:creator>
  <cp:keywords/>
  <dc:description>generated using python-pptx</dc:description>
  <cp:lastModifiedBy>Field Team</cp:lastModifiedBy>
  <cp:revision>1</cp:revision>
  <dcterms:created xsi:type="dcterms:W3CDTF">2026-01-01T00:00:00Z</dcterms:created>
  <dcterms:modified xsi:type="dcterms:W3CDTF">2026-01-01T00:00:00Z</dcterms:modified>
  <cp:category/>
</cp:coreProperties>
</file>